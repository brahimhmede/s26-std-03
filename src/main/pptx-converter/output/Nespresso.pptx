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9 action group(s) • depth: full • schema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2300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Nespresso Essenza Mini
Weight: 2300 g
Material: 2
Color: 4
Depth mode: 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images/machine_root.jpg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product.image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images/action_remove_external.jpg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images/water_tank.jpg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images/drip_tray.jpg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steps[0].outputs[1].image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images/capsule_bin.jpg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steps[0].outputs[2].image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images/main_housing.jpg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images/action_unscrew_casing.jpg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images/oval_screws.jpg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images/housing_unfastened.jpg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images/diamond_release_clips.jpg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images/side_panel_left.jpg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images/side_panel_right.jpg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steps[2].outputs[1].image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images/internal_chassis.jpg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steps[2].continues_as.image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images/action_disconnect_brewing.jpg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images/brewing_chamber.jpg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steps[3].outputs[0].image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images/top_lever.jpg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steps[3].outputs[1].image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images/chassis_without_brewing.jpg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steps[3].continues_as.image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images/action_disconnect_wiring.jpg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images/wiring_harness.jpg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steps[4].outputs[0].image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images/silicone_tubing.jpg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steps[4].outputs[1].image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images/core_without_wiring.jpg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images/action_remove_pcb.jpg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images/motherboard.jpg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images/core_without_pcb.jpg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images/action_remove_pump.jpg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images/water_pump.jpg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images/core_without_pump.jpg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steps[6].continues_as.image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images/action_remove_thermoblock.jpg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images/thermoblock.jpg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steps[7].outputs[0].image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images/core_without_heater.jpg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steps[7].continues_as.image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images/action_separate_remaining.jpg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images/final_internal_frame.jpg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images/final_power_cable.jpg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steps[8].outputs[1].image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images/final_power_switch.jpg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steps[8].outputs[2].image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images/final_small_parts.jpg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steps[8].outputs[3].image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Tank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180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Drip Tray &amp; Grid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Capsule Bin (Used Capsule Container)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Oval-head Security Screws (x4)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Panel (Left)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Panel (Right)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Brewing Chamber (Capsule Slot)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Lever / Handle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Wiring Harness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Silicone Tubing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Motherboard (PCB)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Pump (19-bar)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Thermoblock Heater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420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Internal Frame (Plastic + Metal Structure)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Power Cable &amp; Cable Guide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Switch Assembly (Power Switch)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Remaining Plastic Structure &amp; Small Parts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external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Nespresso Essenza Mini (2300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Manually remove external components (no tools required)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Water Tank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Drip Tray &amp; Grid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Water Tank (180 g)
• Drip Tray &amp; Grid (100 g)
• Capsule Bin (Used Capsule Container) (110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Main Housing (Outer Shell) (1910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bottom screws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Main Housing (Outer Shell) (1910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4 proprietary oval-head security screws at the bottom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Oval-head Security Screws (x4)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Housing Unfastened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Oval-head Security Screws (x4) (10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Housing Unfastened (1900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Release bottom clips and side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Housing Unfastened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bottom clips and separate the side panels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Side Panel (Left)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Side Panel (Right)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Side Panel (Left) (85 g)
• Side Panel (Right) (85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Internal Chassis (Core) (1730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brewing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Internal Chassis (Core) (1730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brewing assembly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Brewing Chamber (Capsule Slot)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Top Lever / Handle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Brewing Chamber (Capsule Slot) (120 g)
• Top Lever / Handle (45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Chassis without Brewing Assembly (1565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Disconnect wiring and tubing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without Brewing Assembly (1565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wiring harness and silicone tubing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Wiring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Silicone Tubing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Wiring Harness (45 g)
• Silicone Tubing (20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Wiring (1500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control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Wiring (1500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control electronics (PCB)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Motherboard (PCB)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PCB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Motherboard (PCB) (55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PCB (1445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water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PCB (1445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water pump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Water Pump (19-bar)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Pump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Water Pump (19-bar) (310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Pump (1135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heating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Pump (1135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heating system (thermoblock heater)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Thermoblock Heater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Core without Heater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Thermoblock Heater (420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Core without Heater (715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Separate remaining structure and small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Core without Heater (715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remaining structure and small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Internal Frame (Plastic + Metal Structure)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Power Cable &amp; Cable Guide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Internal Frame (Plastic + Metal Structure) (220 g)
• Power Cable &amp; Cable Guide (120 g)
• Switch Assembly (Power Switch) (25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9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Nespresso Essenza 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Nespresso Essenza 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